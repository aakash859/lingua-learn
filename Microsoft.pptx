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7929E-C56D-5D4F-9FE4-877A4EEE56F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5B3A7-9B62-DE48-A57A-EFF049D6B4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7929E-C56D-5D4F-9FE4-877A4EEE56F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5B3A7-9B62-DE48-A57A-EFF049D6B4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7929E-C56D-5D4F-9FE4-877A4EEE56F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5B3A7-9B62-DE48-A57A-EFF049D6B4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7929E-C56D-5D4F-9FE4-877A4EEE56F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5B3A7-9B62-DE48-A57A-EFF049D6B4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7929E-C56D-5D4F-9FE4-877A4EEE56FC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5B3A7-9B62-DE48-A57A-EFF049D6B4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7929E-C56D-5D4F-9FE4-877A4EEE56F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5B3A7-9B62-DE48-A57A-EFF049D6B4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7929E-C56D-5D4F-9FE4-877A4EEE56FC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5B3A7-9B62-DE48-A57A-EFF049D6B4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7929E-C56D-5D4F-9FE4-877A4EEE56F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5B3A7-9B62-DE48-A57A-EFF049D6B4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7929E-C56D-5D4F-9FE4-877A4EEE56F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5B3A7-9B62-DE48-A57A-EFF049D6B4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7929E-C56D-5D4F-9FE4-877A4EEE56F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5B3A7-9B62-DE48-A57A-EFF049D6B4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7929E-C56D-5D4F-9FE4-877A4EEE56F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5B3A7-9B62-DE48-A57A-EFF049D6B4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57929E-C56D-5D4F-9FE4-877A4EEE56F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E5B3A7-9B62-DE48-A57A-EFF049D6B40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349480" cy="6903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 descr="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 descr="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5" y="635"/>
            <a:ext cx="12215495" cy="68262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 descr="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5" y="31115"/>
            <a:ext cx="12192000" cy="69208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5" y="29845"/>
            <a:ext cx="12205970" cy="68751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 descr="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5" y="0"/>
            <a:ext cx="12191365" cy="68586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SimSun</vt:lpstr>
      <vt:lpstr>Wingdings</vt:lpstr>
      <vt:lpstr>Aptos Display</vt:lpstr>
      <vt:lpstr>Segoe UI Variable Display</vt:lpstr>
      <vt:lpstr>Aptos</vt:lpstr>
      <vt:lpstr>Segoe UI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L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aakash b</dc:creator>
  <cp:lastModifiedBy>twifs</cp:lastModifiedBy>
  <cp:revision>2</cp:revision>
  <dcterms:created xsi:type="dcterms:W3CDTF">2026-01-05T13:03:00Z</dcterms:created>
  <dcterms:modified xsi:type="dcterms:W3CDTF">2026-01-06T12:20:39Z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E997D3C360454F5DB8003BF201C48D09_13</vt:lpwstr>
  </property>
  <property fmtid="{D5CDD505-2E9C-101B-9397-08002B2CF9AE}" pid="3" name="KSOProductBuildVer">
    <vt:lpwstr>1033-12.2.0.23196</vt:lpwstr>
  </property>
</Properties>
</file>